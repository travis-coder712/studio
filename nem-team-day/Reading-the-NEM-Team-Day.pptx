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"$"0</c:formatCode>
                <c:ptCount val="12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Sheet1!$C$2:$C$13</c:f>
              <c:numCache>
                <c:formatCode>"$"0</c:formatCode>
                <c:ptCount val="12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Sheet1!$D$2:$D$13</c:f>
              <c:numCache>
                <c:formatCode>"$"0</c:formatCode>
                <c:ptCount val="12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Sheet1!$E$2:$E$13</c:f>
              <c:numCache>
                <c:formatCode>"$"0</c:formatCode>
                <c:ptCount val="12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Sheet1!$F$2:$F$13</c:f>
              <c:numCache>
                <c:formatCode>"$"0</c:formatCode>
                <c:ptCount val="12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Two topics have a live calculator</a:t>
            </a:r>
            <a:r>
              <a:rPr sz="1300" b="0" i="0">
                <a:solidFill>
                  <a:srgbClr val="37424F"/>
                </a:solidFill>
                <a:latin typeface="Calibri"/>
              </a:rPr>
              <a:t>  — open the kit at travis-coder712.github.io/studio/nem-team-day and record your scenarios on the worksheet in this pack.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Wholesale prices move in shock-driven cycles; 2022's gas shock towers over the decade, and today has eased.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Rule of thumb: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of average demand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convex into scarcity (6 GW→$64, 9 GW→$246).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These are market outturns — but they re-rate the ~3–4 yr forward curve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calculator (in the kit) and run these. Writing the outputs down is what makes the knee stick.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Wind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Overbuild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Batteries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Curtail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Today's stretch (~70%)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deep build (~90%)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Push to 100%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Least-storage mix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knee bites around ______% renewable.    Least storage is at ______% wind.    Keeping ~10% gas takes batteries from ______ to ______.    My hypothesis on the realistic target: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duck-curve calculator (in the kit) and run these. Record the belly and the peak — watch the shape move.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Rooftop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 TWh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Managed %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Data-ctr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Belly (min)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~2035 build-out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The rooftop 'canyon'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Unmanaged EV charging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belly goes negative at ______ GW of rooftop.    Managed → unmanaged EV swings the peak by ~______ GW.    My hypothesis — is it a size or a shape problem? 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12.7 GW operating; ~19 GW / 65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coming.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
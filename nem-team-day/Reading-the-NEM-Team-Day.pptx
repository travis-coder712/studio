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"$"0</c:formatCode>
                <c:ptCount val="12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"$"0</c:formatCode>
                <c:ptCount val="12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"$"0</c:formatCode>
                <c:ptCount val="12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Sheet1!$E$2:$E$13</c:f>
              <c:numCache>
                <c:formatCode>"$"0</c:formatCode>
                <c:ptCount val="12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Sheet1!$F$2:$F$13</c:f>
              <c:numCache>
                <c:formatCode>"$"0</c:formatCode>
                <c:ptCount val="12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617720"/>
            <a:ext cx="11155680" cy="141732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Wholesale prices move in shock-driven cycles; 2022's gas shock towers over the decade, and today has eased.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Rule of thumb: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of average demand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convex into scarcity (6 GW→$64, 9 GW→$246).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These are market outturns — but they re-rate the ~3–4 yr forward curve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12.7 GW operating; ~19 GW / 65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coming.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